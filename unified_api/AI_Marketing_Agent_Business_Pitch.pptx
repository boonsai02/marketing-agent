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Marketing Strategist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 24/7 Marketing Expert</a:t>
            </a:r>
          </a:p>
          <a:p>
            <a:r>
              <a:t>Delivering Data-Driven Growth Strategies in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  <a:latin typeface="Arial"/>
              </a:defRPr>
            </a:pPr>
            <a:r>
              <a:t>The Business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Small and medium businesses struggle with: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Time Constraints: No bandwidth to research markets and competitors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Budget Limitations: Marketing consultants cost $5,000-$50,000+ per project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Uncertainty: Difficult to know which strategies will actually work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Execution Gap: Great ideas without actionable implementation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  <a:latin typeface="Arial"/>
              </a:defRPr>
            </a:pPr>
            <a:r>
              <a:t>What We Offer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An intelligent business advisor that: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Researches your market and competitors in real-time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Creates customized 90-day marketing roadmaps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Provides actionable weekly steps with proven tactics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Delivers instantly through a simple chat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  <a:latin typeface="Arial"/>
              </a:defRPr>
            </a:pPr>
            <a:r>
              <a:t>Who Is This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Perfect for: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Startup Founders: Need strategic marketing on a lean budget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Small Business Owners: Want to grow without hiring expensive agencies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Product Managers: Launching new products and need go-to-market plans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Entrepreneurs: Building their brand from the ground 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  <a:latin typeface="Arial"/>
              </a:defRPr>
            </a:pPr>
            <a:r>
              <a:t>Why Choose Our Platform?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Competitive advantages: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Cost Effective: 100x cheaper than hiring a marketing consultant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Fast Results: Get your strategy in minutes, not weeks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Data-Driven: Uses real market research, not generic templates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Always Available: 24/7 access whenever inspiration strikes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Simple 3-step process: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1. Tell us about your product or service through a conversation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2. Our system researches your industry, competitors, and opportunities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3. Receive a complete 90-day strategy with weekly action items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</a:p>
          <a:p>
            <a:pPr>
              <a:defRPr b="1" sz="1800">
                <a:solidFill>
                  <a:srgbClr val="333333"/>
                </a:solidFill>
                <a:latin typeface="Arial"/>
              </a:defRPr>
            </a:pPr>
            <a:r>
              <a:t>No technical knowledge required. Just describe your business.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  <a:latin typeface="Arial"/>
              </a:defRPr>
            </a:pPr>
            <a:r>
              <a:t>The Bottom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What you get: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Save Time: Hours of research condensed into minutes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Save Money: Professional-grade strategy at a fraction of the cost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Reduce Risk: Make informed decisions backed by real data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Grow Faster: Implement proven tactics immediately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Ready to Grow Your Business?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Start your free strategy session today</a:t>
            </a:r>
          </a:p>
          <a:p/>
          <a:p>
            <a:r>
              <a:t>AI Marketing Strategist - Your Partner in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